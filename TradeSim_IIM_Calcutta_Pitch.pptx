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Institutions ₹1.19 Cr</c:v>
                </c:pt>
              </c:strCache>
            </c:strRef>
          </c:tx>
          <c:spPr>
            <a:solidFill>
              <a:srgbClr val="0F7B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Ads ₹15.6 L</c:v>
                </c:pt>
              </c:strCache>
            </c:strRef>
          </c:tx>
          <c:spPr>
            <a:solidFill>
              <a:srgbClr val="E8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15.6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 individuals ₹10 L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Team ₹42 L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Sales ₹48 L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48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Cloud ₹30 L</c:v>
                </c:pt>
              </c:strCache>
            </c:strRef>
          </c:tx>
          <c:spPr>
            <a:solidFill>
              <a:srgbClr val="E880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Data ₹10 L</c:v>
                </c:pt>
              </c:strCache>
            </c:strRef>
          </c:tx>
          <c:spPr>
            <a:solidFill>
              <a:srgbClr val="F2A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Ops ₹10 L</c:v>
                </c:pt>
              </c:strCache>
            </c:strRef>
          </c:tx>
          <c:spPr>
            <a:solidFill>
              <a:srgbClr val="F8D7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 ₹1.45 Cr</c:v>
                  </c:pt>
                  <c:pt idx="1">
                    <c:v>Cost (year 1) ₹1.40 Cr</c:v>
                  </c:pt>
                </c:lvl>
              </c:multiLvlStrCache>
            </c:multiLvl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7DC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421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7D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F7B4C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 pilot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100000</c:v>
                </c:pt>
                <c:pt idx="2">
                  <c:v>250000</c:v>
                </c:pt>
                <c:pt idx="3">
                  <c:v>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7DC"/>
        </a:solidFill>
        <a:ln>
          <a:noFill/>
        </a:ln>
        <a:effectLst/>
      </c:spPr>
    </c:plotArea>
    <c:plotVisOnly val="1"/>
    <c:dispBlanksAs val="span"/>
  </c:chart>
  <c:spPr>
    <a:solidFill>
      <a:srgbClr val="FFF7D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3" name="Text 16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the real market. Lose nothing.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in year one. Margin on every renewal.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12800" y="1905000"/>
          <a:ext cx="6096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2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10" name="Text 4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16" name="Text 10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12800" y="2413000"/>
          <a:ext cx="1056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3"/>
          <p:cNvSpPr txBox="1"/>
          <p:nvPr/>
        </p:nvSpPr>
        <p:spPr>
          <a:xfrm>
            <a:off x="3048000" y="43815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6223000" y="35560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9144000" y="2540000"/>
            <a:ext cx="203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 rot="-120000">
            <a:off x="7810500" y="4826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2" name="Shape 17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2026-09-22T08:52:44Z</dcterms:created>
  <dcterms:modified xsi:type="dcterms:W3CDTF">2026-09-22T08:52:44Z</dcterms:modified>
</cp:coreProperties>
</file>