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3" name="Text 16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>
              <a:alpha val="8000"/>
            </a:srgbClr>
          </a:solidFill>
          <a:ln w="12700">
            <a:solidFill>
              <a:srgbClr val="C1272D">
                <a:alpha val="0"/>
              </a:srgbClr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0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the real market. Lose nothing.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in year one. Margin on every renewal.</a:t>
            </a:r>
            <a:endParaRPr lang="en-US" sz="3200" dirty="0"/>
          </a:p>
        </p:txBody>
      </p:sp>
      <p:sp>
        <p:nvSpPr>
          <p:cNvPr id="7" name="Shape 2"/>
          <p:cNvSpPr/>
          <p:nvPr/>
        </p:nvSpPr>
        <p:spPr>
          <a:xfrm>
            <a:off x="812800" y="5461000"/>
            <a:ext cx="6096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20800" y="2857500"/>
            <a:ext cx="1397000" cy="26035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20800" y="2501900"/>
            <a:ext cx="1397000" cy="342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0800" y="2273300"/>
            <a:ext cx="1397000" cy="2159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844800" y="4000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2844800" y="4229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844800" y="256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0800" y="19939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66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066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41800" y="4540250"/>
            <a:ext cx="1397000" cy="92075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5800" y="488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241800" y="3473450"/>
            <a:ext cx="1397000" cy="10541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5800" y="389255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41800" y="2806700"/>
            <a:ext cx="1397000" cy="654050"/>
          </a:xfrm>
          <a:prstGeom prst="rect">
            <a:avLst/>
          </a:prstGeom>
          <a:solidFill>
            <a:srgbClr val="E8807C"/>
          </a:solidFill>
          <a:ln w="12700">
            <a:solidFill>
              <a:srgbClr val="E8807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800" y="30226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41800" y="2578100"/>
            <a:ext cx="1397000" cy="215900"/>
          </a:xfrm>
          <a:prstGeom prst="rect">
            <a:avLst/>
          </a:prstGeom>
          <a:solidFill>
            <a:srgbClr val="F2ADAA"/>
          </a:solidFill>
          <a:ln w="12700">
            <a:solidFill>
              <a:srgbClr val="F2AD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765800" y="25781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241800" y="2349500"/>
            <a:ext cx="1397000" cy="215900"/>
          </a:xfrm>
          <a:prstGeom prst="rect">
            <a:avLst/>
          </a:prstGeom>
          <a:solidFill>
            <a:srgbClr val="F8D7D5"/>
          </a:solidFill>
          <a:ln w="12700">
            <a:solidFill>
              <a:srgbClr val="F8D7D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5800" y="234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987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3987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37" name="Text 32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 flipV="1">
            <a:off x="1447800" y="5664200"/>
            <a:ext cx="787400" cy="508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9" name="Shape 4"/>
          <p:cNvSpPr/>
          <p:nvPr/>
        </p:nvSpPr>
        <p:spPr>
          <a:xfrm flipV="1">
            <a:off x="2235200" y="5543550"/>
            <a:ext cx="558800" cy="1206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0" name="Shape 5"/>
          <p:cNvSpPr/>
          <p:nvPr/>
        </p:nvSpPr>
        <p:spPr>
          <a:xfrm flipV="1">
            <a:off x="2794000" y="5403850"/>
            <a:ext cx="482600" cy="1397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1" name="Shape 6"/>
          <p:cNvSpPr/>
          <p:nvPr/>
        </p:nvSpPr>
        <p:spPr>
          <a:xfrm flipV="1">
            <a:off x="3276600" y="5283200"/>
            <a:ext cx="558800" cy="1206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2" name="Shape 7"/>
          <p:cNvSpPr/>
          <p:nvPr/>
        </p:nvSpPr>
        <p:spPr>
          <a:xfrm flipV="1">
            <a:off x="3835400" y="5232400"/>
            <a:ext cx="787400" cy="508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3" name="Shape 8"/>
          <p:cNvSpPr/>
          <p:nvPr/>
        </p:nvSpPr>
        <p:spPr>
          <a:xfrm flipV="1">
            <a:off x="4622800" y="5156200"/>
            <a:ext cx="787400" cy="762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4" name="Shape 9"/>
          <p:cNvSpPr/>
          <p:nvPr/>
        </p:nvSpPr>
        <p:spPr>
          <a:xfrm flipV="1">
            <a:off x="5410200" y="4978400"/>
            <a:ext cx="558800" cy="1778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5" name="Shape 10"/>
          <p:cNvSpPr/>
          <p:nvPr/>
        </p:nvSpPr>
        <p:spPr>
          <a:xfrm flipV="1">
            <a:off x="5969000" y="4762500"/>
            <a:ext cx="482600" cy="2159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6" name="Shape 11"/>
          <p:cNvSpPr/>
          <p:nvPr/>
        </p:nvSpPr>
        <p:spPr>
          <a:xfrm flipV="1">
            <a:off x="6451600" y="4584700"/>
            <a:ext cx="558800" cy="1778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7" name="Shape 12"/>
          <p:cNvSpPr/>
          <p:nvPr/>
        </p:nvSpPr>
        <p:spPr>
          <a:xfrm flipV="1">
            <a:off x="7010400" y="4508500"/>
            <a:ext cx="787400" cy="762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8" name="Shape 13"/>
          <p:cNvSpPr/>
          <p:nvPr/>
        </p:nvSpPr>
        <p:spPr>
          <a:xfrm flipV="1">
            <a:off x="7797800" y="4381500"/>
            <a:ext cx="787400" cy="1270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19" name="Shape 14"/>
          <p:cNvSpPr/>
          <p:nvPr/>
        </p:nvSpPr>
        <p:spPr>
          <a:xfrm flipV="1">
            <a:off x="8585200" y="4083050"/>
            <a:ext cx="558800" cy="2984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20" name="Shape 15"/>
          <p:cNvSpPr/>
          <p:nvPr/>
        </p:nvSpPr>
        <p:spPr>
          <a:xfrm flipV="1">
            <a:off x="9144000" y="3727450"/>
            <a:ext cx="482600" cy="3556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21" name="Shape 16"/>
          <p:cNvSpPr/>
          <p:nvPr/>
        </p:nvSpPr>
        <p:spPr>
          <a:xfrm flipV="1">
            <a:off x="9626600" y="3429000"/>
            <a:ext cx="558800" cy="2984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22" name="Shape 17"/>
          <p:cNvSpPr/>
          <p:nvPr/>
        </p:nvSpPr>
        <p:spPr>
          <a:xfrm flipV="1">
            <a:off x="10185400" y="3302000"/>
            <a:ext cx="787400" cy="12700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  <a:tailEnd type="none"/>
          </a:ln>
        </p:spPr>
      </p:sp>
      <p:sp>
        <p:nvSpPr>
          <p:cNvPr id="23" name="Shape 18"/>
          <p:cNvSpPr/>
          <p:nvPr/>
        </p:nvSpPr>
        <p:spPr>
          <a:xfrm>
            <a:off x="1193800" y="5715000"/>
            <a:ext cx="10033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358900" y="5626100"/>
            <a:ext cx="177800" cy="177800"/>
          </a:xfrm>
          <a:prstGeom prst="ellipse">
            <a:avLst/>
          </a:prstGeom>
          <a:solidFill>
            <a:srgbClr val="FFF7D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33900" y="51435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08900" y="4419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871200" y="3200400"/>
            <a:ext cx="203200" cy="2032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12800" y="4953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29" name="Text 24"/>
          <p:cNvSpPr txBox="1"/>
          <p:nvPr/>
        </p:nvSpPr>
        <p:spPr>
          <a:xfrm>
            <a:off x="812800" y="5346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3797300" y="431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2800" dirty="0"/>
          </a:p>
        </p:txBody>
      </p:sp>
      <p:sp>
        <p:nvSpPr>
          <p:cNvPr id="31" name="Text 26"/>
          <p:cNvSpPr txBox="1"/>
          <p:nvPr/>
        </p:nvSpPr>
        <p:spPr>
          <a:xfrm>
            <a:off x="6908800" y="3594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2,50,000</a:t>
            </a:r>
            <a:endParaRPr lang="en-US" sz="2800" dirty="0"/>
          </a:p>
        </p:txBody>
      </p:sp>
      <p:sp>
        <p:nvSpPr>
          <p:cNvPr id="32" name="Text 27"/>
          <p:cNvSpPr txBox="1"/>
          <p:nvPr/>
        </p:nvSpPr>
        <p:spPr>
          <a:xfrm>
            <a:off x="9258300" y="2413000"/>
            <a:ext cx="2095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</a:t>
            </a:r>
            <a:endParaRPr lang="en-US" sz="3200" dirty="0"/>
          </a:p>
        </p:txBody>
      </p:sp>
      <p:sp>
        <p:nvSpPr>
          <p:cNvPr id="33" name="Text 28"/>
          <p:cNvSpPr txBox="1"/>
          <p:nvPr/>
        </p:nvSpPr>
        <p:spPr>
          <a:xfrm>
            <a:off x="81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398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716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1033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3797300" y="47117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908800" y="3987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9258300" y="2870200"/>
            <a:ext cx="2095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 rot="-120000">
            <a:off x="8178800" y="5080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2" name="Shape 17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2026-09-22T09:02:56Z</dcterms:created>
  <dcterms:modified xsi:type="dcterms:W3CDTF">2026-09-22T09:02:56Z</dcterms:modified>
</cp:coreProperties>
</file>