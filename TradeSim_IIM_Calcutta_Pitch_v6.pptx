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0" y="2159000"/>
            <a:ext cx="12192000" cy="4699000"/>
          </a:xfrm>
          <a:custGeom>
            <a:avLst/>
            <a:gdLst/>
            <a:ahLst/>
            <a:cxnLst/>
            <a:rect l="l" t="t" r="r" b="b"/>
            <a:pathLst>
              <a:path w="12192000" h="4699000">
                <a:moveTo>
                  <a:pt x="0" y="4445000"/>
                </a:moveTo>
                <a:lnTo>
                  <a:pt x="1270000" y="4127500"/>
                </a:lnTo>
                <a:lnTo>
                  <a:pt x="2159000" y="4254500"/>
                </a:lnTo>
                <a:lnTo>
                  <a:pt x="3175000" y="3683000"/>
                </a:lnTo>
                <a:lnTo>
                  <a:pt x="4064000" y="3873500"/>
                </a:lnTo>
                <a:lnTo>
                  <a:pt x="5080000" y="3175000"/>
                </a:lnTo>
                <a:lnTo>
                  <a:pt x="5969000" y="3429000"/>
                </a:lnTo>
                <a:lnTo>
                  <a:pt x="6985000" y="2413000"/>
                </a:lnTo>
                <a:lnTo>
                  <a:pt x="7874000" y="2730500"/>
                </a:lnTo>
                <a:lnTo>
                  <a:pt x="8890000" y="1524000"/>
                </a:lnTo>
                <a:lnTo>
                  <a:pt x="9779000" y="1841500"/>
                </a:lnTo>
                <a:lnTo>
                  <a:pt x="10795000" y="571500"/>
                </a:lnTo>
                <a:lnTo>
                  <a:pt x="11557000" y="825500"/>
                </a:lnTo>
                <a:lnTo>
                  <a:pt x="12192000" y="0"/>
                </a:lnTo>
                <a:lnTo>
                  <a:pt x="12192000" y="4699000"/>
                </a:lnTo>
                <a:close/>
              </a:path>
            </a:pathLst>
          </a:custGeom>
          <a:solidFill>
            <a:srgbClr val="0F7B4C">
              <a:alpha val="12000"/>
            </a:srgbClr>
          </a:solidFill>
          <a:ln w="12700">
            <a:solidFill>
              <a:srgbClr val="0F7B4C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4" name="Text 17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CONTACT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>
              <a:alpha val="8000"/>
            </a:srgbClr>
          </a:solidFill>
          <a:ln w="12700">
            <a:solidFill>
              <a:srgbClr val="C1272D">
                <a:alpha val="0"/>
              </a:srgbClr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0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 the real market. Lose nothing.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Break-even in year one. Margin on every renewal.</a:t>
            </a:r>
            <a:endParaRPr lang="en-US" sz="3200" dirty="0"/>
          </a:p>
        </p:txBody>
      </p:sp>
      <p:sp>
        <p:nvSpPr>
          <p:cNvPr id="7" name="Shape 2"/>
          <p:cNvSpPr/>
          <p:nvPr/>
        </p:nvSpPr>
        <p:spPr>
          <a:xfrm>
            <a:off x="812800" y="5461000"/>
            <a:ext cx="6096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20800" y="2857500"/>
            <a:ext cx="1397000" cy="26035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20800" y="2501900"/>
            <a:ext cx="1397000" cy="342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0800" y="2273300"/>
            <a:ext cx="1397000" cy="2159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844800" y="4000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2844800" y="4229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844800" y="256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0800" y="19939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66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066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41800" y="4540250"/>
            <a:ext cx="1397000" cy="92075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5800" y="488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241800" y="3473450"/>
            <a:ext cx="1397000" cy="10541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5800" y="389255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41800" y="2806700"/>
            <a:ext cx="1397000" cy="654050"/>
          </a:xfrm>
          <a:prstGeom prst="rect">
            <a:avLst/>
          </a:prstGeom>
          <a:solidFill>
            <a:srgbClr val="E8807C"/>
          </a:solidFill>
          <a:ln w="12700">
            <a:solidFill>
              <a:srgbClr val="E8807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800" y="30226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41800" y="2578100"/>
            <a:ext cx="1397000" cy="215900"/>
          </a:xfrm>
          <a:prstGeom prst="rect">
            <a:avLst/>
          </a:prstGeom>
          <a:solidFill>
            <a:srgbClr val="F2ADAA"/>
          </a:solidFill>
          <a:ln w="12700">
            <a:solidFill>
              <a:srgbClr val="F2AD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765800" y="25781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241800" y="2349500"/>
            <a:ext cx="1397000" cy="215900"/>
          </a:xfrm>
          <a:prstGeom prst="rect">
            <a:avLst/>
          </a:prstGeom>
          <a:solidFill>
            <a:srgbClr val="F8D7D5"/>
          </a:solidFill>
          <a:ln w="12700">
            <a:solidFill>
              <a:srgbClr val="F8D7D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5800" y="234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987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3987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127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 : 1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35%</a:t>
            </a:r>
            <a:endParaRPr lang="en-US" sz="3800" dirty="0"/>
          </a:p>
        </p:txBody>
      </p:sp>
      <p:sp>
        <p:nvSpPr>
          <p:cNvPr id="37" name="Text 32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1447800" y="3302000"/>
            <a:ext cx="9525000" cy="2413000"/>
          </a:xfrm>
          <a:custGeom>
            <a:avLst/>
            <a:gdLst/>
            <a:ahLst/>
            <a:cxnLst/>
            <a:rect l="l" t="t" r="r" b="b"/>
            <a:pathLst>
              <a:path w="9525000" h="2413000">
                <a:moveTo>
                  <a:pt x="0" y="2413000"/>
                </a:moveTo>
                <a:lnTo>
                  <a:pt x="190399" y="2410556"/>
                </a:lnTo>
                <a:lnTo>
                  <a:pt x="365639" y="2403504"/>
                </a:lnTo>
                <a:lnTo>
                  <a:pt x="527100" y="2392263"/>
                </a:lnTo>
                <a:lnTo>
                  <a:pt x="676157" y="2377252"/>
                </a:lnTo>
                <a:lnTo>
                  <a:pt x="814191" y="2358889"/>
                </a:lnTo>
                <a:lnTo>
                  <a:pt x="942578" y="2337594"/>
                </a:lnTo>
                <a:lnTo>
                  <a:pt x="1062697" y="2313785"/>
                </a:lnTo>
                <a:lnTo>
                  <a:pt x="1175926" y="2287881"/>
                </a:lnTo>
                <a:lnTo>
                  <a:pt x="1283643" y="2260302"/>
                </a:lnTo>
                <a:lnTo>
                  <a:pt x="1387225" y="2231466"/>
                </a:lnTo>
                <a:lnTo>
                  <a:pt x="1488052" y="2201793"/>
                </a:lnTo>
                <a:lnTo>
                  <a:pt x="1587500" y="2171700"/>
                </a:lnTo>
                <a:lnTo>
                  <a:pt x="1686948" y="2141607"/>
                </a:lnTo>
                <a:lnTo>
                  <a:pt x="1787775" y="2111934"/>
                </a:lnTo>
                <a:lnTo>
                  <a:pt x="1891357" y="2083098"/>
                </a:lnTo>
                <a:lnTo>
                  <a:pt x="1999074" y="2055519"/>
                </a:lnTo>
                <a:lnTo>
                  <a:pt x="2112303" y="2029615"/>
                </a:lnTo>
                <a:lnTo>
                  <a:pt x="2232422" y="2005806"/>
                </a:lnTo>
                <a:lnTo>
                  <a:pt x="2360809" y="1984511"/>
                </a:lnTo>
                <a:lnTo>
                  <a:pt x="2498843" y="1966148"/>
                </a:lnTo>
                <a:lnTo>
                  <a:pt x="2647900" y="1951137"/>
                </a:lnTo>
                <a:lnTo>
                  <a:pt x="2809361" y="1939896"/>
                </a:lnTo>
                <a:lnTo>
                  <a:pt x="2984601" y="1932844"/>
                </a:lnTo>
                <a:lnTo>
                  <a:pt x="3175000" y="1930400"/>
                </a:lnTo>
                <a:lnTo>
                  <a:pt x="3175000" y="1930400"/>
                </a:lnTo>
                <a:lnTo>
                  <a:pt x="3365399" y="1926734"/>
                </a:lnTo>
                <a:lnTo>
                  <a:pt x="3540639" y="1916157"/>
                </a:lnTo>
                <a:lnTo>
                  <a:pt x="3702100" y="1899295"/>
                </a:lnTo>
                <a:lnTo>
                  <a:pt x="3851157" y="1876778"/>
                </a:lnTo>
                <a:lnTo>
                  <a:pt x="3989191" y="1849234"/>
                </a:lnTo>
                <a:lnTo>
                  <a:pt x="4117578" y="1817291"/>
                </a:lnTo>
                <a:lnTo>
                  <a:pt x="4237697" y="1781577"/>
                </a:lnTo>
                <a:lnTo>
                  <a:pt x="4350926" y="1742722"/>
                </a:lnTo>
                <a:lnTo>
                  <a:pt x="4458643" y="1701354"/>
                </a:lnTo>
                <a:lnTo>
                  <a:pt x="4562225" y="1658100"/>
                </a:lnTo>
                <a:lnTo>
                  <a:pt x="4663052" y="1613589"/>
                </a:lnTo>
                <a:lnTo>
                  <a:pt x="4762500" y="1568450"/>
                </a:lnTo>
                <a:lnTo>
                  <a:pt x="4861948" y="1523311"/>
                </a:lnTo>
                <a:lnTo>
                  <a:pt x="4962775" y="1478800"/>
                </a:lnTo>
                <a:lnTo>
                  <a:pt x="5066357" y="1435546"/>
                </a:lnTo>
                <a:lnTo>
                  <a:pt x="5174074" y="1394178"/>
                </a:lnTo>
                <a:lnTo>
                  <a:pt x="5287303" y="1355323"/>
                </a:lnTo>
                <a:lnTo>
                  <a:pt x="5407422" y="1319609"/>
                </a:lnTo>
                <a:lnTo>
                  <a:pt x="5535809" y="1287666"/>
                </a:lnTo>
                <a:lnTo>
                  <a:pt x="5673843" y="1260122"/>
                </a:lnTo>
                <a:lnTo>
                  <a:pt x="5822900" y="1237605"/>
                </a:lnTo>
                <a:lnTo>
                  <a:pt x="5984361" y="1220743"/>
                </a:lnTo>
                <a:lnTo>
                  <a:pt x="6159601" y="1210166"/>
                </a:lnTo>
                <a:lnTo>
                  <a:pt x="6350000" y="1206500"/>
                </a:lnTo>
                <a:lnTo>
                  <a:pt x="6350000" y="1206500"/>
                </a:lnTo>
                <a:lnTo>
                  <a:pt x="6540399" y="1200391"/>
                </a:lnTo>
                <a:lnTo>
                  <a:pt x="6715639" y="1182761"/>
                </a:lnTo>
                <a:lnTo>
                  <a:pt x="6877100" y="1154658"/>
                </a:lnTo>
                <a:lnTo>
                  <a:pt x="7026157" y="1117130"/>
                </a:lnTo>
                <a:lnTo>
                  <a:pt x="7164191" y="1071223"/>
                </a:lnTo>
                <a:lnTo>
                  <a:pt x="7292578" y="1017984"/>
                </a:lnTo>
                <a:lnTo>
                  <a:pt x="7412697" y="958462"/>
                </a:lnTo>
                <a:lnTo>
                  <a:pt x="7525926" y="893704"/>
                </a:lnTo>
                <a:lnTo>
                  <a:pt x="7633643" y="824756"/>
                </a:lnTo>
                <a:lnTo>
                  <a:pt x="7737225" y="752666"/>
                </a:lnTo>
                <a:lnTo>
                  <a:pt x="7838052" y="678482"/>
                </a:lnTo>
                <a:lnTo>
                  <a:pt x="7937500" y="603250"/>
                </a:lnTo>
                <a:lnTo>
                  <a:pt x="8036948" y="528018"/>
                </a:lnTo>
                <a:lnTo>
                  <a:pt x="8137775" y="453834"/>
                </a:lnTo>
                <a:lnTo>
                  <a:pt x="8241357" y="381744"/>
                </a:lnTo>
                <a:lnTo>
                  <a:pt x="8349074" y="312796"/>
                </a:lnTo>
                <a:lnTo>
                  <a:pt x="8462303" y="248038"/>
                </a:lnTo>
                <a:lnTo>
                  <a:pt x="8582422" y="188516"/>
                </a:lnTo>
                <a:lnTo>
                  <a:pt x="8710809" y="135277"/>
                </a:lnTo>
                <a:lnTo>
                  <a:pt x="8848843" y="89370"/>
                </a:lnTo>
                <a:lnTo>
                  <a:pt x="8997900" y="51842"/>
                </a:lnTo>
                <a:lnTo>
                  <a:pt x="9159361" y="23739"/>
                </a:lnTo>
                <a:lnTo>
                  <a:pt x="9334601" y="6109"/>
                </a:lnTo>
                <a:lnTo>
                  <a:pt x="9525000" y="0"/>
                </a:lnTo>
                <a:lnTo>
                  <a:pt x="9525000" y="2413000"/>
                </a:lnTo>
                <a:lnTo>
                  <a:pt x="0" y="2413000"/>
                </a:lnTo>
                <a:close/>
              </a:path>
            </a:pathLst>
          </a:custGeom>
          <a:solidFill>
            <a:srgbClr val="0F7B4C">
              <a:alpha val="18000"/>
            </a:srgbClr>
          </a:solidFill>
          <a:ln w="12700">
            <a:solidFill>
              <a:srgbClr val="0F7B4C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447800" y="3302000"/>
            <a:ext cx="9525000" cy="2413000"/>
          </a:xfrm>
          <a:custGeom>
            <a:avLst/>
            <a:gdLst/>
            <a:ahLst/>
            <a:cxnLst/>
            <a:rect l="l" t="t" r="r" b="b"/>
            <a:pathLst>
              <a:path w="9525000" h="2413000">
                <a:moveTo>
                  <a:pt x="0" y="2413000"/>
                </a:moveTo>
                <a:lnTo>
                  <a:pt x="190399" y="2410556"/>
                </a:lnTo>
                <a:lnTo>
                  <a:pt x="365639" y="2403504"/>
                </a:lnTo>
                <a:lnTo>
                  <a:pt x="527100" y="2392263"/>
                </a:lnTo>
                <a:lnTo>
                  <a:pt x="676157" y="2377252"/>
                </a:lnTo>
                <a:lnTo>
                  <a:pt x="814191" y="2358889"/>
                </a:lnTo>
                <a:lnTo>
                  <a:pt x="942578" y="2337594"/>
                </a:lnTo>
                <a:lnTo>
                  <a:pt x="1062697" y="2313785"/>
                </a:lnTo>
                <a:lnTo>
                  <a:pt x="1175926" y="2287881"/>
                </a:lnTo>
                <a:lnTo>
                  <a:pt x="1283643" y="2260302"/>
                </a:lnTo>
                <a:lnTo>
                  <a:pt x="1387225" y="2231466"/>
                </a:lnTo>
                <a:lnTo>
                  <a:pt x="1488052" y="2201793"/>
                </a:lnTo>
                <a:lnTo>
                  <a:pt x="1587500" y="2171700"/>
                </a:lnTo>
                <a:lnTo>
                  <a:pt x="1686948" y="2141607"/>
                </a:lnTo>
                <a:lnTo>
                  <a:pt x="1787775" y="2111934"/>
                </a:lnTo>
                <a:lnTo>
                  <a:pt x="1891357" y="2083098"/>
                </a:lnTo>
                <a:lnTo>
                  <a:pt x="1999074" y="2055519"/>
                </a:lnTo>
                <a:lnTo>
                  <a:pt x="2112303" y="2029615"/>
                </a:lnTo>
                <a:lnTo>
                  <a:pt x="2232422" y="2005806"/>
                </a:lnTo>
                <a:lnTo>
                  <a:pt x="2360809" y="1984511"/>
                </a:lnTo>
                <a:lnTo>
                  <a:pt x="2498843" y="1966148"/>
                </a:lnTo>
                <a:lnTo>
                  <a:pt x="2647900" y="1951137"/>
                </a:lnTo>
                <a:lnTo>
                  <a:pt x="2809361" y="1939896"/>
                </a:lnTo>
                <a:lnTo>
                  <a:pt x="2984601" y="1932844"/>
                </a:lnTo>
                <a:lnTo>
                  <a:pt x="3175000" y="1930400"/>
                </a:lnTo>
                <a:lnTo>
                  <a:pt x="3175000" y="1930400"/>
                </a:lnTo>
                <a:lnTo>
                  <a:pt x="3365399" y="1926734"/>
                </a:lnTo>
                <a:lnTo>
                  <a:pt x="3540639" y="1916157"/>
                </a:lnTo>
                <a:lnTo>
                  <a:pt x="3702100" y="1899295"/>
                </a:lnTo>
                <a:lnTo>
                  <a:pt x="3851157" y="1876778"/>
                </a:lnTo>
                <a:lnTo>
                  <a:pt x="3989191" y="1849234"/>
                </a:lnTo>
                <a:lnTo>
                  <a:pt x="4117578" y="1817291"/>
                </a:lnTo>
                <a:lnTo>
                  <a:pt x="4237697" y="1781577"/>
                </a:lnTo>
                <a:lnTo>
                  <a:pt x="4350926" y="1742722"/>
                </a:lnTo>
                <a:lnTo>
                  <a:pt x="4458643" y="1701354"/>
                </a:lnTo>
                <a:lnTo>
                  <a:pt x="4562225" y="1658100"/>
                </a:lnTo>
                <a:lnTo>
                  <a:pt x="4663052" y="1613589"/>
                </a:lnTo>
                <a:lnTo>
                  <a:pt x="4762500" y="1568450"/>
                </a:lnTo>
                <a:lnTo>
                  <a:pt x="4861948" y="1523311"/>
                </a:lnTo>
                <a:lnTo>
                  <a:pt x="4962775" y="1478800"/>
                </a:lnTo>
                <a:lnTo>
                  <a:pt x="5066357" y="1435546"/>
                </a:lnTo>
                <a:lnTo>
                  <a:pt x="5174074" y="1394178"/>
                </a:lnTo>
                <a:lnTo>
                  <a:pt x="5287303" y="1355323"/>
                </a:lnTo>
                <a:lnTo>
                  <a:pt x="5407422" y="1319609"/>
                </a:lnTo>
                <a:lnTo>
                  <a:pt x="5535809" y="1287666"/>
                </a:lnTo>
                <a:lnTo>
                  <a:pt x="5673843" y="1260122"/>
                </a:lnTo>
                <a:lnTo>
                  <a:pt x="5822900" y="1237605"/>
                </a:lnTo>
                <a:lnTo>
                  <a:pt x="5984361" y="1220743"/>
                </a:lnTo>
                <a:lnTo>
                  <a:pt x="6159601" y="1210166"/>
                </a:lnTo>
                <a:lnTo>
                  <a:pt x="6350000" y="1206500"/>
                </a:lnTo>
                <a:lnTo>
                  <a:pt x="6350000" y="1206500"/>
                </a:lnTo>
                <a:lnTo>
                  <a:pt x="6540399" y="1200391"/>
                </a:lnTo>
                <a:lnTo>
                  <a:pt x="6715639" y="1182761"/>
                </a:lnTo>
                <a:lnTo>
                  <a:pt x="6877100" y="1154658"/>
                </a:lnTo>
                <a:lnTo>
                  <a:pt x="7026157" y="1117130"/>
                </a:lnTo>
                <a:lnTo>
                  <a:pt x="7164191" y="1071223"/>
                </a:lnTo>
                <a:lnTo>
                  <a:pt x="7292578" y="1017984"/>
                </a:lnTo>
                <a:lnTo>
                  <a:pt x="7412697" y="958462"/>
                </a:lnTo>
                <a:lnTo>
                  <a:pt x="7525926" y="893704"/>
                </a:lnTo>
                <a:lnTo>
                  <a:pt x="7633643" y="824756"/>
                </a:lnTo>
                <a:lnTo>
                  <a:pt x="7737225" y="752666"/>
                </a:lnTo>
                <a:lnTo>
                  <a:pt x="7838052" y="678482"/>
                </a:lnTo>
                <a:lnTo>
                  <a:pt x="7937500" y="603250"/>
                </a:lnTo>
                <a:lnTo>
                  <a:pt x="8036948" y="528018"/>
                </a:lnTo>
                <a:lnTo>
                  <a:pt x="8137775" y="453834"/>
                </a:lnTo>
                <a:lnTo>
                  <a:pt x="8241357" y="381744"/>
                </a:lnTo>
                <a:lnTo>
                  <a:pt x="8349074" y="312796"/>
                </a:lnTo>
                <a:lnTo>
                  <a:pt x="8462303" y="248038"/>
                </a:lnTo>
                <a:lnTo>
                  <a:pt x="8582422" y="188516"/>
                </a:lnTo>
                <a:lnTo>
                  <a:pt x="8710809" y="135277"/>
                </a:lnTo>
                <a:lnTo>
                  <a:pt x="8848843" y="89370"/>
                </a:lnTo>
                <a:lnTo>
                  <a:pt x="8997900" y="51842"/>
                </a:lnTo>
                <a:lnTo>
                  <a:pt x="9159361" y="23739"/>
                </a:lnTo>
                <a:lnTo>
                  <a:pt x="9334601" y="6109"/>
                </a:lnTo>
                <a:lnTo>
                  <a:pt x="9525000" y="0"/>
                </a:lnTo>
              </a:path>
            </a:pathLst>
          </a:custGeom>
          <a:solidFill>
            <a:srgbClr val="FFF7DC">
              <a:alpha val="0"/>
            </a:srgbClr>
          </a:solidFill>
          <a:ln w="101600">
            <a:solidFill>
              <a:srgbClr val="0F7B4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93800" y="5715000"/>
            <a:ext cx="10033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358900" y="5626100"/>
            <a:ext cx="177800" cy="177800"/>
          </a:xfrm>
          <a:prstGeom prst="ellipse">
            <a:avLst/>
          </a:prstGeom>
          <a:solidFill>
            <a:srgbClr val="FFF7D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33900" y="51435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708900" y="4419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871200" y="3200400"/>
            <a:ext cx="203200" cy="2032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12800" y="4953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100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5346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97300" y="431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1,00,000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6908800" y="3594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2,50,000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9258300" y="2413000"/>
            <a:ext cx="2095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5,00,000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98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1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6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2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033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3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797300" y="47117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908800" y="3987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258300" y="2870200"/>
            <a:ext cx="2095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 rot="-120000">
            <a:off x="8178800" y="5080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0" y="2159000"/>
            <a:ext cx="12192000" cy="4699000"/>
          </a:xfrm>
          <a:custGeom>
            <a:avLst/>
            <a:gdLst/>
            <a:ahLst/>
            <a:cxnLst/>
            <a:rect l="l" t="t" r="r" b="b"/>
            <a:pathLst>
              <a:path w="12192000" h="4699000">
                <a:moveTo>
                  <a:pt x="0" y="4445000"/>
                </a:moveTo>
                <a:lnTo>
                  <a:pt x="1270000" y="4127500"/>
                </a:lnTo>
                <a:lnTo>
                  <a:pt x="2159000" y="4254500"/>
                </a:lnTo>
                <a:lnTo>
                  <a:pt x="3175000" y="3683000"/>
                </a:lnTo>
                <a:lnTo>
                  <a:pt x="4064000" y="3873500"/>
                </a:lnTo>
                <a:lnTo>
                  <a:pt x="5080000" y="3175000"/>
                </a:lnTo>
                <a:lnTo>
                  <a:pt x="5969000" y="3429000"/>
                </a:lnTo>
                <a:lnTo>
                  <a:pt x="6985000" y="2413000"/>
                </a:lnTo>
                <a:lnTo>
                  <a:pt x="7874000" y="2730500"/>
                </a:lnTo>
                <a:lnTo>
                  <a:pt x="8890000" y="1524000"/>
                </a:lnTo>
                <a:lnTo>
                  <a:pt x="9779000" y="1841500"/>
                </a:lnTo>
                <a:lnTo>
                  <a:pt x="10795000" y="571500"/>
                </a:lnTo>
                <a:lnTo>
                  <a:pt x="11557000" y="825500"/>
                </a:lnTo>
                <a:lnTo>
                  <a:pt x="12192000" y="0"/>
                </a:lnTo>
                <a:lnTo>
                  <a:pt x="12192000" y="4699000"/>
                </a:lnTo>
                <a:close/>
              </a:path>
            </a:pathLst>
          </a:custGeom>
          <a:solidFill>
            <a:srgbClr val="0F7B4C">
              <a:alpha val="12000"/>
            </a:srgbClr>
          </a:solidFill>
          <a:ln w="12700">
            <a:solidFill>
              <a:srgbClr val="0F7B4C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3" name="Shape 18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2026-09-22T09:06:10Z</dcterms:created>
  <dcterms:modified xsi:type="dcterms:W3CDTF">2026-09-22T09:06:10Z</dcterms:modified>
</cp:coreProperties>
</file>